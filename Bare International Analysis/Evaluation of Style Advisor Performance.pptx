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65" r:id="rId6"/>
    <p:sldId id="266" r:id="rId7"/>
    <p:sldId id="268" r:id="rId8"/>
    <p:sldId id="267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06" autoAdjust="0"/>
  </p:normalViewPr>
  <p:slideViewPr>
    <p:cSldViewPr showGuides="1">
      <p:cViewPr varScale="1">
        <p:scale>
          <a:sx n="85" d="100"/>
          <a:sy n="85" d="100"/>
        </p:scale>
        <p:origin x="590" y="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8/25/2025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8/25/2025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8/25/2025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8/25/2025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>
              <a:defRPr sz="5400" b="1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8/25/2025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8/25/2025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8/25/2025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8/25/2025</a:t>
            </a:fld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8/25/2025</a:t>
            </a:fld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8/25/2025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8/25/2025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8/25/2025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E0FA9E5-6744-4841-888F-9E7CC0C2B7EC}" type="datetimeFigureOut">
              <a:rPr lang="en-US" smtClean="0"/>
              <a:pPr/>
              <a:t>8/25/2025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7045422" cy="2514601"/>
          </a:xfrm>
        </p:spPr>
        <p:txBody>
          <a:bodyPr/>
          <a:lstStyle/>
          <a:p>
            <a:r>
              <a:rPr lang="en-US" dirty="0"/>
              <a:t>Evaluation of Style Advisor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Comprehensive Analysis and Insights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7FFD0-678B-05F5-C223-3B9E6EB1A44E}"/>
              </a:ext>
            </a:extLst>
          </p:cNvPr>
          <p:cNvSpPr txBox="1"/>
          <p:nvPr/>
        </p:nvSpPr>
        <p:spPr>
          <a:xfrm>
            <a:off x="1095091" y="4180420"/>
            <a:ext cx="2946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- </a:t>
            </a: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Jayesh Malviya</a:t>
            </a:r>
          </a:p>
          <a:p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- CX_138</a:t>
            </a:r>
          </a:p>
        </p:txBody>
      </p:sp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93812" y="476672"/>
            <a:ext cx="8686801" cy="936104"/>
          </a:xfrm>
        </p:spPr>
        <p:txBody>
          <a:bodyPr>
            <a:normAutofit/>
          </a:bodyPr>
          <a:lstStyle/>
          <a:p>
            <a:r>
              <a:rPr lang="en-IN" sz="3400" u="sng" dirty="0"/>
              <a:t>Introduction &amp; Objectives</a:t>
            </a:r>
            <a:endParaRPr lang="en-US" sz="3400" u="sng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21804" y="1700808"/>
            <a:ext cx="10429800" cy="46805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Introduction: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evaluates the performance of Style Advisors across different regions using customer evaluation data. The focus is on understanding strengths, weaknesses, and improvement areas.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Style Advisors based on evaluation scores.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regional performance using Pivot Tables.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zones with the highest proportion of High Performers.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 trends and breakdowns using charts.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actionable recommendations for improvement.</a:t>
            </a:r>
          </a:p>
        </p:txBody>
      </p:sp>
    </p:spTree>
    <p:extLst>
      <p:ext uri="{BB962C8B-B14F-4D97-AF65-F5344CB8AC3E}">
        <p14:creationId xmlns:p14="http://schemas.microsoft.com/office/powerpoint/2010/main" val="143723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071" y="692696"/>
            <a:ext cx="8986193" cy="720080"/>
          </a:xfrm>
        </p:spPr>
        <p:txBody>
          <a:bodyPr>
            <a:normAutofit/>
          </a:bodyPr>
          <a:lstStyle/>
          <a:p>
            <a:r>
              <a:rPr lang="en-IN" sz="3400" u="sng" dirty="0"/>
              <a:t>Data Overview</a:t>
            </a:r>
            <a:endParaRPr lang="en-US" sz="3400" u="sng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93D162C-5798-9DDF-8F84-B29EAD5C2B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3071" y="1772816"/>
            <a:ext cx="993710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Source: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2004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 evaluation dataset (Oct 2022).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 Columns: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2004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Evaluation_ID, Date, Evaluation_Score</a:t>
            </a:r>
          </a:p>
          <a:p>
            <a:pPr marL="32004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Ambiance, First Impressions, Discovery, Recommendations, etc.</a:t>
            </a:r>
          </a:p>
          <a:p>
            <a:pPr marL="32004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Location Criteria 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City, State, Zone</a:t>
            </a:r>
          </a:p>
          <a:p>
            <a:pPr marL="32004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Auditor details (age, gender, attire)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Volume: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2004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60+ evaluations across 4 Zones (East, West, North, South).</a:t>
            </a:r>
          </a:p>
        </p:txBody>
      </p:sp>
    </p:spTree>
    <p:extLst>
      <p:ext uri="{BB962C8B-B14F-4D97-AF65-F5344CB8AC3E}">
        <p14:creationId xmlns:p14="http://schemas.microsoft.com/office/powerpoint/2010/main" val="143171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836" y="548680"/>
            <a:ext cx="8686801" cy="879376"/>
          </a:xfrm>
        </p:spPr>
        <p:txBody>
          <a:bodyPr>
            <a:normAutofit/>
          </a:bodyPr>
          <a:lstStyle/>
          <a:p>
            <a:r>
              <a:rPr lang="en-IN" sz="3400" u="sng" dirty="0"/>
              <a:t>Performance Grading</a:t>
            </a:r>
            <a:endParaRPr lang="en-US" sz="34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8629600" cy="41910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Grading Scale (based on Evaluation_Score):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Performer: 90 - 100%</a:t>
            </a:r>
          </a:p>
          <a:p>
            <a:pPr lvl="1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Performer: 70 - 89%</a:t>
            </a:r>
          </a:p>
          <a:p>
            <a:pPr lvl="1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Performer: 50 - 69%</a:t>
            </a:r>
          </a:p>
          <a:p>
            <a:pPr lvl="1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Bottom Performer: Below 50%</a:t>
            </a:r>
          </a:p>
          <a:p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= 86 this implies to Average Performer</a:t>
            </a:r>
          </a:p>
          <a:p>
            <a:pPr lvl="1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= 58 this implies to Low Performer</a:t>
            </a:r>
          </a:p>
        </p:txBody>
      </p:sp>
    </p:spTree>
    <p:extLst>
      <p:ext uri="{BB962C8B-B14F-4D97-AF65-F5344CB8AC3E}">
        <p14:creationId xmlns:p14="http://schemas.microsoft.com/office/powerpoint/2010/main" val="52226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9683" y="490500"/>
            <a:ext cx="8686801" cy="807368"/>
          </a:xfrm>
        </p:spPr>
        <p:txBody>
          <a:bodyPr>
            <a:normAutofit/>
          </a:bodyPr>
          <a:lstStyle/>
          <a:p>
            <a:r>
              <a:rPr lang="en-IN" sz="3400" u="sng" dirty="0"/>
              <a:t>Pivot Table Analysis</a:t>
            </a:r>
            <a:endParaRPr lang="en-US" sz="3400" u="sng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918839" y="1542256"/>
            <a:ext cx="10213776" cy="4191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Evaluation Score by Zone: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-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76.74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(highest)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West - 71.82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East - 71.57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 -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66.61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(lowest)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Observation: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Zone outperforms others, while South Zone shows the weakest performance and needs improvement.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3C2E3-DC6B-594D-D913-96BC85A68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908" y="4906512"/>
            <a:ext cx="4320480" cy="124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836" y="188640"/>
            <a:ext cx="8686800" cy="1095400"/>
          </a:xfrm>
        </p:spPr>
        <p:txBody>
          <a:bodyPr>
            <a:normAutofit/>
          </a:bodyPr>
          <a:lstStyle/>
          <a:p>
            <a:r>
              <a:rPr lang="en-IN" sz="3400" u="sng" dirty="0"/>
              <a:t>High Performer Analysis</a:t>
            </a:r>
            <a:endParaRPr lang="en-US" sz="3400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9836" y="1484784"/>
            <a:ext cx="10285782" cy="4104456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 of High Performers by Zone: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East -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28.57%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(highest proportion)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- 21.05%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 - 11.11%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West - 11.76%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Observation: 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Although North has the best overall average score,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East has the strongest share of High Performers.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South ranks lowest on both measures.</a:t>
            </a:r>
          </a:p>
          <a:p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0C14B-C812-E6BA-3F11-AC07E0CC8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2" y="4797152"/>
            <a:ext cx="6264696" cy="172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17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4522" y="426922"/>
            <a:ext cx="8686801" cy="869969"/>
          </a:xfrm>
        </p:spPr>
        <p:txBody>
          <a:bodyPr>
            <a:normAutofit/>
          </a:bodyPr>
          <a:lstStyle/>
          <a:p>
            <a:r>
              <a:rPr lang="en-IN" sz="3400" u="sng" dirty="0"/>
              <a:t>Visualizations</a:t>
            </a:r>
            <a:endParaRPr lang="en-US" sz="3400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522" y="1433898"/>
            <a:ext cx="5338528" cy="59208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Evaluation Scores by Zone</a:t>
            </a:r>
            <a:endParaRPr lang="en-US" u="sng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481214-D479-A9DA-D238-5E9AB6998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239" y="2204864"/>
            <a:ext cx="9199678" cy="370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2D143E-C083-C612-DF57-0C02B4115AEE}"/>
              </a:ext>
            </a:extLst>
          </p:cNvPr>
          <p:cNvSpPr txBox="1"/>
          <p:nvPr/>
        </p:nvSpPr>
        <p:spPr>
          <a:xfrm>
            <a:off x="837828" y="939307"/>
            <a:ext cx="8050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 of High Performers by Zone</a:t>
            </a:r>
            <a:endParaRPr lang="en-IN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F0474-77D1-4D0B-C0BF-4E9E20E64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4" y="1772816"/>
            <a:ext cx="5472608" cy="372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6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F5B20-B552-4BC4-2F64-A1558C770555}"/>
              </a:ext>
            </a:extLst>
          </p:cNvPr>
          <p:cNvSpPr txBox="1"/>
          <p:nvPr/>
        </p:nvSpPr>
        <p:spPr>
          <a:xfrm>
            <a:off x="981844" y="980728"/>
            <a:ext cx="5976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Score Trend Over Time</a:t>
            </a:r>
            <a:endParaRPr lang="en-IN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3460A-1C9F-9AC7-C402-3CBDC7A4B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81" y="1844824"/>
            <a:ext cx="9568062" cy="334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0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45A1CB-B5F5-6BC4-97AA-F0A000DF208A}"/>
              </a:ext>
            </a:extLst>
          </p:cNvPr>
          <p:cNvSpPr txBox="1"/>
          <p:nvPr/>
        </p:nvSpPr>
        <p:spPr>
          <a:xfrm>
            <a:off x="1053852" y="980728"/>
            <a:ext cx="6768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Scores by Evaluation Criteria</a:t>
            </a:r>
            <a:endParaRPr lang="en-IN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09E45D-9AE0-6C82-CBA0-AAFD6FF5B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2" y="1776048"/>
            <a:ext cx="5040560" cy="330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1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01E2BF-0D81-9805-74B0-5E571B30D939}"/>
              </a:ext>
            </a:extLst>
          </p:cNvPr>
          <p:cNvSpPr txBox="1"/>
          <p:nvPr/>
        </p:nvSpPr>
        <p:spPr>
          <a:xfrm>
            <a:off x="1008751" y="1052736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vs. Low Performers Comparison</a:t>
            </a:r>
            <a:endParaRPr lang="en-IN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6EE5F4-E5A4-05C2-7C16-51159F367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51" y="1988840"/>
            <a:ext cx="10171321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5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1DC33-95D6-CB75-2E13-8DF914F79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4" y="838200"/>
            <a:ext cx="4114800" cy="663352"/>
          </a:xfrm>
        </p:spPr>
        <p:txBody>
          <a:bodyPr/>
          <a:lstStyle/>
          <a:p>
            <a:r>
              <a:rPr lang="en-IN" sz="3400" u="sng" dirty="0"/>
              <a:t>Key Insights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4BF64-D57E-1C16-1EA4-821E274C0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3855" y="1700808"/>
            <a:ext cx="9361038" cy="3816424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Performance:</a:t>
            </a:r>
            <a:endParaRPr lang="en-US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leads in overall average scores.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East has the highest share of High Performers.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 consistently lags in both metrics.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Criteria Performance:</a:t>
            </a:r>
            <a:endParaRPr lang="en-US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Strong: Store Ambiance (88.8), First Impressions (82.6).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Weak: Closure &amp; Care (55.2), Recommendations (60.1).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Trends Over Time:</a:t>
            </a:r>
            <a:endParaRPr lang="en-US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Scores fluctuate significantly.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Peaks: Oct 7, 17, 20, 27.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Dips: Oct 18–19, Oct 23 &amp; Oct 30.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78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3501D-8014-FE64-0C01-B30B2BB5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65AA-8DEF-7A3A-BC91-98FE7B53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654968"/>
            <a:ext cx="8053535" cy="663352"/>
          </a:xfrm>
        </p:spPr>
        <p:txBody>
          <a:bodyPr/>
          <a:lstStyle/>
          <a:p>
            <a:r>
              <a:rPr lang="en-IN" sz="3400" u="sng" dirty="0"/>
              <a:t>Recommendations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678BD-A087-15C1-1A46-F21B49B4E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9532" y="1494112"/>
            <a:ext cx="10069759" cy="46790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South Zone: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targeted training and mentoring.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customer engagement and closing techniques.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All Zones: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“Closure &amp; Care” &amp; “Recommendations” skills.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 service to reduce performance fluctuations.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Recognize and replicate best practices from East Zone’s top performers.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Action: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monitoring with monthly reports.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Reward programs for High Performers.</a:t>
            </a:r>
          </a:p>
        </p:txBody>
      </p:sp>
    </p:spTree>
    <p:extLst>
      <p:ext uri="{BB962C8B-B14F-4D97-AF65-F5344CB8AC3E}">
        <p14:creationId xmlns:p14="http://schemas.microsoft.com/office/powerpoint/2010/main" val="53194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29DB3-D400-FC51-8D2E-D1282BF5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9B92-321F-B415-77F3-D7FD2278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692696"/>
            <a:ext cx="8053535" cy="663352"/>
          </a:xfrm>
        </p:spPr>
        <p:txBody>
          <a:bodyPr/>
          <a:lstStyle/>
          <a:p>
            <a:r>
              <a:rPr lang="en-IN" sz="3400" u="sng" dirty="0"/>
              <a:t>Conclusion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E019C0A-76B9-749E-17CC-1C32A215920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15516" y="1556792"/>
            <a:ext cx="1035779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Findings Recap: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Zone = best average performance.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East Zone = highest percentage of High Performers.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 Zone = weakest in both performance and High Performer ratio.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 weakness in “Closure &amp; Care” and “Recommendations.”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training and support programs.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performance improvements with ongoing evaluations.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scaling strengths and addressing weaknesses.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1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FB75-FD62-35C1-6091-EE8458DE0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5104" y="3142692"/>
            <a:ext cx="2658616" cy="572616"/>
          </a:xfrm>
        </p:spPr>
        <p:txBody>
          <a:bodyPr/>
          <a:lstStyle/>
          <a:p>
            <a:r>
              <a:rPr lang="en-IN" dirty="0"/>
              <a:t>Thank</a:t>
            </a:r>
            <a:br>
              <a:rPr lang="en-IN" dirty="0"/>
            </a:br>
            <a:r>
              <a:rPr lang="en-IN" dirty="0"/>
              <a:t>        You.</a:t>
            </a:r>
          </a:p>
        </p:txBody>
      </p:sp>
    </p:spTree>
    <p:extLst>
      <p:ext uri="{BB962C8B-B14F-4D97-AF65-F5344CB8AC3E}">
        <p14:creationId xmlns:p14="http://schemas.microsoft.com/office/powerpoint/2010/main" val="308493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siness Contrast 16x9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E3B9166-2E01-44C0-B213-4E36B4FF9306}" vid="{9FB243D3-233B-4EB4-BE37-C505132985D4}"/>
    </a:ext>
  </a:extLst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E7567CE-A543-444C-8597-EB22784911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CEB76F-5C52-4F69-A3C1-2DBEA8CF74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32D51B-405E-4F81-B5A9-F253CD7FC48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contrast presentation (widescreen)</Template>
  <TotalTime>95</TotalTime>
  <Words>585</Words>
  <Application>Microsoft Office PowerPoint</Application>
  <PresentationFormat>Custom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Franklin Gothic Medium</vt:lpstr>
      <vt:lpstr>Wingdings</vt:lpstr>
      <vt:lpstr>Business Contrast 16x9</vt:lpstr>
      <vt:lpstr>Evaluation of Style Advisor Performance</vt:lpstr>
      <vt:lpstr>Introduction &amp; Objectives</vt:lpstr>
      <vt:lpstr>Data Overview</vt:lpstr>
      <vt:lpstr>Performance Grading</vt:lpstr>
      <vt:lpstr>Pivot Table Analysis</vt:lpstr>
      <vt:lpstr>High Performer Analysis</vt:lpstr>
      <vt:lpstr>Visualizations</vt:lpstr>
      <vt:lpstr>PowerPoint Presentation</vt:lpstr>
      <vt:lpstr>PowerPoint Presentation</vt:lpstr>
      <vt:lpstr>PowerPoint Presentation</vt:lpstr>
      <vt:lpstr>PowerPoint Presentation</vt:lpstr>
      <vt:lpstr>Key Insights</vt:lpstr>
      <vt:lpstr>Recommendations</vt:lpstr>
      <vt:lpstr>Conclusion</vt:lpstr>
      <vt:lpstr>Thank        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Jayesh Malviya</dc:creator>
  <cp:lastModifiedBy>Jayesh Malviya</cp:lastModifiedBy>
  <cp:revision>6</cp:revision>
  <dcterms:created xsi:type="dcterms:W3CDTF">2025-08-23T19:39:42Z</dcterms:created>
  <dcterms:modified xsi:type="dcterms:W3CDTF">2025-08-25T09:03:06Z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